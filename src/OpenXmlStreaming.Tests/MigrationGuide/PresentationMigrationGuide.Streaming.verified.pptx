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ppt/presentation.xml" Id="DeterministicId1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DeterministicId2"/>
  </p:sldMasterIdLst>
  <p:sldIdLst>
    <p:sldId xmlns:r="http://schemas.openxmlformats.org/officeDocument/2006/relationships" id="256" r:id="DeterministicId1"/>
  </p:sldIdLst>
  <p:sldSz cx="9144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1.xml" Id="DeterministicId1" /><Relationship Type="http://schemas.openxmlformats.org/officeDocument/2006/relationships/slideMaster" Target="slideMasters/slideMaster1.xml" Id="DeterministicId2" /></Relationships>
</file>

<file path=ppt/slideLayouts/slideLayout1.xml><?xml version="1.0" encoding="utf-8"?>
<p:sldLayout xmlns:p="http://schemas.openxmlformats.org/presentationml/2006/main" type="title">
  <p:cSld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Ovr>
    <a:masterClrMapping xmlns:a="http://schemas.openxmlformats.org/drawingml/2006/main"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Relationship Type="http://schemas.openxmlformats.org/officeDocument/2006/relationships/theme" Target="/ppt/theme/theme1.xml" Id="DeterministicId2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phClr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DeterministicId1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DeterministicId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Kickoff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/>
            </a:gs>
            <a:gs pos="100000">
              <a:schemeClr val="phClr"/>
            </a:gs>
          </a:gsLst>
          <a:lin ang="5400000" scaled="1"/>
        </a:gra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